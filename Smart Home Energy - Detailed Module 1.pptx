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3144" y="1605915"/>
            <a:ext cx="445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52424" y="2306955"/>
            <a:ext cx="4639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95260" y="3084195"/>
            <a:ext cx="3953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Authentication &amp; Role Management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36085" y="3350895"/>
            <a:ext cx="207183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Internship 6.0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"Smart Home Energy Management"?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Connected devices that can be controlled remotely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Management: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Monitoring and controlling electricity usage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software solution for automation &amp;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electricity bills while maintaining comfort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(Before)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control of all appliances (AC, lights, fans)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electricity consumption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bills without understanding where energy is wasted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 - user must manually turn devices ON/OFF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identify peak usage times or high-consuming devices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- 6 Key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Secure login with role-based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Device Management: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smart devices (ON/OFF/settings)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Energy Tracking: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consumption per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Analytics Dashboard: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reports &amp;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Scheduling &amp; Automation: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Auto-control at set times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Recommendations: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AI-powered energy-saving tips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7660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22732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Angular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Dashboard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140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5384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600456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MySQL/PostgreSQL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Logs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Authentication &amp; Role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Secure user login &amp; role-based access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Activities: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username and password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passwords for security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authentication tokens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(Admin/User/Manager)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logout and session termination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Classes &amp; Usage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(Model):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user data (userId, username, password, role)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AuthController: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Receives login/register requests from UI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AuthService: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business logic (validation, encryption, token)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UserRepository: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database operations (save, find, update users)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587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60810"/>
            <a:ext cx="7924800" cy="10560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69294"/>
            <a:ext cx="7924800" cy="10560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077778"/>
            <a:ext cx="7924800" cy="10560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8: Class Diagram - Module 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2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(Model Class)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1874523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 userId, username, password, role, name, address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updateProfile(), getRole()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88941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AUTHCONTROLLER (Presentation Layer)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285651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login(username, password), logout(), register(User)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4097894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AUTHSERVICE (Service Layer)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4494135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validateLogin(), encryptPassword(), generateToken(), validateToken()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530637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USERREPOSITORY (Repository Layer)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570261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findUserByUsername(), saveUser(), updateUser()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39281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9: Database Schema - Module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923"/>
            <a:ext cx="70104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BIGINT (Primary Key, Auto Increment)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VARCHAR(50) - Unique,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VARCHAR(100) - Unique,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VARCHAR(255) - Encrypted,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VARCHAR(30) - ADMIN/USER/MANAGER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is_active: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BOOLEAN (Default: TRUE)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TIMESTAMP (Auto Generated)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96829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8910"/>
            <a:ext cx="7924800" cy="1296829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148137"/>
            <a:ext cx="7924800" cy="1296829"/>
          </a:xfrm>
          <a:prstGeom prst="rect">
            <a:avLst/>
          </a:prstGeom>
          <a:solidFill>
            <a:srgbClr val="22D3EE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597365"/>
            <a:ext cx="7924800" cy="1296829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 Overview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1912623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requests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92751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361851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437673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4811078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access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582596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6260306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entities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electricity bills through AI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ensures user awareness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saves time and manual effort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for multiple users &amp;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with enterprise technologies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2025016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6823" y="2665098"/>
            <a:ext cx="3650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 Management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950" y="2931798"/>
            <a:ext cx="6881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2025-12-10T14:36:58Z</dcterms:created>
  <dcterms:modified xsi:type="dcterms:W3CDTF">2025-12-10T14:36:58Z</dcterms:modified>
</cp:coreProperties>
</file>