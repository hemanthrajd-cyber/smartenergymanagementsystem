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4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4046" y="1855470"/>
            <a:ext cx="75157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Home Management System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794274" y="2556510"/>
            <a:ext cx="1555452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Infosys Springboard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868842" y="3101340"/>
            <a:ext cx="1406197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FF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&amp; 2 Overview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 of Smart Home Management System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7924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Home Management System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an integrated IoT platform that enables centralized control and monitoring of all connected smart home devices and systems.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62000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Intelligent automation and decision-making capabilities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Residential environment with connected IoT devices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Centralized control, monitoring, and administration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Integrated software architecture with multiple modules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Configuration &amp; Technology Stack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1"/>
            <a:ext cx="7620000" cy="2366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Java 17, Spring Boot 3.0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HTML5, CSS3, JavaScript/Bootstrap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MySQL 8.0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Apache Tomcat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JWT Authentication, Spring Security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Maven, Git, Postman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Pattern: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4-Layer Architecture (MVC + Service Layer)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92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2: Smart Device Management - Core Activities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661160"/>
            <a:ext cx="7620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Device: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Register new smart devices to the system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Device: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Modify device properties and configuration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Device: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Remove devices from the system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Device Details: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Retrieve device information and status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Device: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Turn devices ON/OFF and manage operations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Device Status: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Real-time monitoring of device states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Classes in Module 2 &amp; Their Usage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173480"/>
            <a:ext cx="7620000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Class: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Entity representing a smart device. Stores properties like ID, name, type, status, power rating, and location. Used to represent the data model.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DeviceController: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Handles HTTP requests from users and routes them to appropriate service layer methods. Manages user interactions and API endpoints.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DeviceService: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Contains core business logic, validation rules, and device status management. Implements the application's service layer logic.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DeviceRepository: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Manages all database operations including Create, Read, Update, Delete (CRUD) operations for device records. Acts as the data access layer.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92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Diagram: Module 2 Architecture (Properties &amp; Behaviors)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584961"/>
            <a:ext cx="8083296" cy="138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92"/>
              </a:lnSpc>
              <a:buNone/>
            </a:pPr>
            <a:r>
              <a:rPr lang="en-US" sz="84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Class</a:t>
            </a:r>
            <a:pPr indent="0" marL="0">
              <a:lnSpc>
                <a:spcPts val="1092"/>
              </a:lnSpc>
              <a:buNone/>
            </a:pPr>
            <a:r>
              <a:rPr lang="en-US" sz="84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</a:t>
            </a:r>
            <a:pPr indent="0" marL="0">
              <a:lnSpc>
                <a:spcPts val="1092"/>
              </a:lnSpc>
              <a:buNone/>
            </a:pPr>
            <a:r>
              <a:rPr lang="en-US" sz="84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DeviceController Class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609600" y="1723548"/>
            <a:ext cx="8083296" cy="138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92"/>
              </a:lnSpc>
              <a:buNone/>
            </a:pPr>
            <a:r>
              <a:rPr lang="en-US" sz="84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Properties: deviceId, name, type, status, powerRating, location | Methods: addDevice(), updateDevice(), deleteDevice(), getDetails(), updateStatus()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609600" y="1862138"/>
            <a:ext cx="8083296" cy="138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92"/>
              </a:lnSpc>
              <a:buNone/>
            </a:pPr>
            <a:r>
              <a:rPr lang="en-US" sz="84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DeviceService Class</a:t>
            </a:r>
            <a:pPr indent="0" marL="0">
              <a:lnSpc>
                <a:spcPts val="1092"/>
              </a:lnSpc>
              <a:buNone/>
            </a:pPr>
            <a:r>
              <a:rPr lang="en-US" sz="84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</a:t>
            </a:r>
            <a:pPr indent="0" marL="0">
              <a:lnSpc>
                <a:spcPts val="1092"/>
              </a:lnSpc>
              <a:buNone/>
            </a:pPr>
            <a:r>
              <a:rPr lang="en-US" sz="84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DeviceRepository Class</a:t>
            </a:r>
            <a:endParaRPr lang="en-US" sz="840" dirty="0"/>
          </a:p>
        </p:txBody>
      </p:sp>
      <p:sp>
        <p:nvSpPr>
          <p:cNvPr id="6" name="Text 4"/>
          <p:cNvSpPr/>
          <p:nvPr/>
        </p:nvSpPr>
        <p:spPr>
          <a:xfrm>
            <a:off x="609600" y="2000727"/>
            <a:ext cx="8083296" cy="138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92"/>
              </a:lnSpc>
              <a:buNone/>
            </a:pPr>
            <a:r>
              <a:rPr lang="en-US" sz="84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Methods: updateStatus(), addDevice(), validateDevice(), authorize() | Methods: saveDevice(), findDevice(), deleteDevice(), getAllDevices()</a:t>
            </a:r>
            <a:endParaRPr lang="en-US" sz="8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Schema: Device Table (Module 2)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80"/>
            <a:ext cx="8083296" cy="170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960" dirty="0"/>
          </a:p>
        </p:txBody>
      </p:sp>
      <p:sp>
        <p:nvSpPr>
          <p:cNvPr id="4" name="Text 2"/>
          <p:cNvSpPr/>
          <p:nvPr/>
        </p:nvSpPr>
        <p:spPr>
          <a:xfrm>
            <a:off x="609600" y="1420297"/>
            <a:ext cx="79248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TABLE devices (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device_id INT PRIMARY KEY AUTO_INCREMENT,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device_name VARCHAR(100) NOT NULL,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device_type VARCHAR(50) NOT NULL,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BOOLEAN DEFAULT false,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power_rating FLOAT NOT NULL,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VARCHAR(100),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user_id INT NOT NULL,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FOREIGN KEY (user_id) REFERENCES users(user_id)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);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600" y="2982397"/>
            <a:ext cx="8083296" cy="170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Fields Description: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914400" y="3153015"/>
            <a:ext cx="7620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device_id: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Unique identifier for each device | </a:t>
            </a:r>
            <a:pPr indent="0" marL="0">
              <a:lnSpc>
                <a:spcPts val="2160"/>
              </a:lnSpc>
              <a:buNone/>
            </a:pPr>
            <a:r>
              <a:rPr lang="en-US" sz="1200" b="1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device_name: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Name of the device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device_type: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Category (Light, Fan, AC, etc.) | </a:t>
            </a:r>
            <a:pPr indent="0" marL="0">
              <a:lnSpc>
                <a:spcPts val="2160"/>
              </a:lnSpc>
              <a:buNone/>
            </a:pPr>
            <a:r>
              <a:rPr lang="en-US" sz="1200" b="1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Current ON/OFF state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power_rating: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Power consumption in watts | </a:t>
            </a:r>
            <a:pPr indent="0" marL="0">
              <a:lnSpc>
                <a:spcPts val="2160"/>
              </a:lnSpc>
              <a:buNone/>
            </a:pPr>
            <a:r>
              <a:rPr lang="en-US" sz="1200" b="1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user_id: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Reference to device owner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4 - Layer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Layer Architecture Used: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15441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Layer (Controller)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Handles users requests and responses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Layer (Business Logic)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Contains business rules and validations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Layer (Data Access)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Interacts with database using queries (CRUD)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Layer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Stores users, devices and mapping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Schema: Device Table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82"/>
            <a:ext cx="8083296" cy="170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960" dirty="0"/>
          </a:p>
        </p:txBody>
      </p:sp>
      <p:sp>
        <p:nvSpPr>
          <p:cNvPr id="4" name="Text 2"/>
          <p:cNvSpPr/>
          <p:nvPr/>
        </p:nvSpPr>
        <p:spPr>
          <a:xfrm>
            <a:off x="609600" y="1420299"/>
            <a:ext cx="79248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TABLE devices (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device_id INT PRIMARY KEY AUTO_INCREMENT,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device_name VARCHAR(100) NOT NULL,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device_type VARCHAR(50) NOT NULL,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BOOLEAN DEFAULT false,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power_rating FLOAT NOT NULL,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VARCHAR(100),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user_id INT NOT NULL,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FOREIGN KEY (user_id) REFERENCES users(user_id)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);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600" y="2982399"/>
            <a:ext cx="8083296" cy="170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Fields: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914400" y="3153012"/>
            <a:ext cx="7620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device_id: Unique identifier | device_name: Name of device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device_type: Category (Light, Fan, AC) | status: ON/OFF state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power_rating: Power consumption | user_id: Device owner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Diagram: Device Operation 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indent="0" marL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DeviceController</a:t>
            </a:r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Request to control device</a:t>
            </a:r>
            <a:endParaRPr lang="en-US" sz="1020" dirty="0"/>
          </a:p>
        </p:txBody>
      </p:sp>
      <p:sp>
        <p:nvSpPr>
          <p:cNvPr id="4" name="Text 2"/>
          <p:cNvSpPr/>
          <p:nvPr/>
        </p:nvSpPr>
        <p:spPr>
          <a:xfrm>
            <a:off x="609600" y="1456851"/>
            <a:ext cx="808329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DeviceController</a:t>
            </a:r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indent="0" marL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Manager</a:t>
            </a:r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Verify user session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609600" y="1664019"/>
            <a:ext cx="808329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Manager</a:t>
            </a:r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indent="0" marL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DeviceController</a:t>
            </a:r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Session valid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609600" y="1871188"/>
            <a:ext cx="808329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DeviceController</a:t>
            </a:r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indent="0" marL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DeviceService</a:t>
            </a:r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Request device update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609600" y="2078357"/>
            <a:ext cx="808329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DeviceService</a:t>
            </a:r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indent="0" marL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(Entity)</a:t>
            </a:r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Update device status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609600" y="2285526"/>
            <a:ext cx="808329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DeviceService</a:t>
            </a:r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indent="0" marL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DeviceRepository</a:t>
            </a:r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Save to database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609600" y="2492694"/>
            <a:ext cx="808329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DeviceRepository</a:t>
            </a:r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indent="0" marL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Execute update query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609600" y="2699863"/>
            <a:ext cx="808329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indent="0" marL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DeviceRepository</a:t>
            </a:r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Confirm update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609600" y="2907032"/>
            <a:ext cx="808329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DeviceRepository</a:t>
            </a:r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indent="0" marL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DeviceService</a:t>
            </a:r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Device saved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609600" y="3114201"/>
            <a:ext cx="808329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DeviceService</a:t>
            </a:r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indent="0" marL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DeviceController</a:t>
            </a:r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Operation success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609600" y="3321369"/>
            <a:ext cx="808329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DeviceController</a:t>
            </a:r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indent="0" marL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Return success response with updated status</a:t>
            </a:r>
            <a:endParaRPr lang="en-US" sz="10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Schemas: Users &amp; Devices Tables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82"/>
            <a:ext cx="396392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Table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09600" y="1409700"/>
            <a:ext cx="38862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TABLE users (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767841"/>
            <a:ext cx="3886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user_id INT PRIMARY KEY AUTO_INCREMENT,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927859"/>
            <a:ext cx="3886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username VARCHAR(100) UNIQUE NOT NULL,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2087882"/>
            <a:ext cx="3886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VARCHAR(100) UNIQUE NOT NULL,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2247900"/>
            <a:ext cx="3886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password_hash VARCHAR(255) NOT NULL,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2407923"/>
            <a:ext cx="3886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ENUM('Admin','User','Guest') DEFAULT 'User',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2567941"/>
            <a:ext cx="3886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created_at TIMESTAMP DEFAULT CURRENT_TIMESTAMP,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9600" y="2727959"/>
            <a:ext cx="38862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);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9600" y="3116582"/>
            <a:ext cx="3963924" cy="14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Fields: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609600" y="3265884"/>
            <a:ext cx="3886200" cy="597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user_id: Primary key</a:t>
            </a:r>
            <a:endParaRPr lang="en-US" sz="840" dirty="0"/>
          </a:p>
          <a:p>
            <a:pPr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username: Login credential</a:t>
            </a:r>
            <a:endParaRPr lang="en-US" sz="840" dirty="0"/>
          </a:p>
          <a:p>
            <a:pPr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role: Access level</a:t>
            </a:r>
            <a:endParaRPr lang="en-US" sz="840" dirty="0"/>
          </a:p>
          <a:p>
            <a:pPr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created_at: Registration date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4648200" y="1173482"/>
            <a:ext cx="396392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Devices Table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48200" y="1409700"/>
            <a:ext cx="38862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TABLE devices (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24400" y="1767841"/>
            <a:ext cx="3886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device_id INT PRIMARY KEY AUTO_INCREMENT,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24400" y="1927859"/>
            <a:ext cx="3886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device_name VARCHAR(100) NOT NULL,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24400" y="2087882"/>
            <a:ext cx="3886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device_type VARCHAR(50) NOT NULL,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24400" y="2247900"/>
            <a:ext cx="3886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BOOLEAN DEFAULT false,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24400" y="2407923"/>
            <a:ext cx="3886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power_rating FLOAT NOT NULL,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24400" y="2567941"/>
            <a:ext cx="3886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VARCHAR(100),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24400" y="2727959"/>
            <a:ext cx="3886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user_id INT NOT NULL,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24400" y="2887982"/>
            <a:ext cx="3886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FOREIGN KEY (user_id) REFERENCES users(user_id),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48200" y="3048000"/>
            <a:ext cx="38862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);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48200" y="3436623"/>
            <a:ext cx="3963924" cy="14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Fields: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4648200" y="3585925"/>
            <a:ext cx="3886200" cy="597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device_id: Primary key</a:t>
            </a:r>
            <a:endParaRPr lang="en-US" sz="840" dirty="0"/>
          </a:p>
          <a:p>
            <a:pPr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device_type: Light/Fan/AC</a:t>
            </a:r>
            <a:endParaRPr lang="en-US" sz="840" dirty="0"/>
          </a:p>
          <a:p>
            <a:pPr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status: ON/OFF state</a:t>
            </a:r>
            <a:endParaRPr lang="en-US" sz="840" dirty="0"/>
          </a:p>
          <a:p>
            <a:pPr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user_id: Foreign key to users</a:t>
            </a:r>
            <a:endParaRPr lang="en-US" sz="8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Connectivity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Connectivity ensures that only authenticated and authorized users can manage devices.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615441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Shared Between Modules: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Role (Admin / User / Guest)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Status (Session / Token)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3135632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Control: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348991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Full access to all devices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Access to assigned devices only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Limited or temporary access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1: User Authentication &amp; Access Control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82"/>
            <a:ext cx="8083296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</a:t>
            </a:r>
            <a:endParaRPr lang="en-US" sz="1080" dirty="0"/>
          </a:p>
        </p:txBody>
      </p:sp>
      <p:sp>
        <p:nvSpPr>
          <p:cNvPr id="4" name="Text 2"/>
          <p:cNvSpPr/>
          <p:nvPr/>
        </p:nvSpPr>
        <p:spPr>
          <a:xfrm>
            <a:off x="914400" y="1365410"/>
            <a:ext cx="762000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system security and data protection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Verifies user identity before granting access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who can access what resources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 user sessions and permissions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881792"/>
            <a:ext cx="8083296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Functionalities: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914400" y="3073719"/>
            <a:ext cx="7620000" cy="2217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Registration: Create new user accounts with validation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Login &amp; Logout: Secure authentication mechanism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Validation: Strength and encryption standards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Control (RBAC): Admin, User, Guest roles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Token Generation: Stateless authentication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Management: Active session tracking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&amp; 2 Integration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82"/>
            <a:ext cx="8083296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Passed to Module 2:</a:t>
            </a:r>
            <a:endParaRPr lang="en-US" sz="1080" dirty="0"/>
          </a:p>
        </p:txBody>
      </p:sp>
      <p:sp>
        <p:nvSpPr>
          <p:cNvPr id="4" name="Text 2"/>
          <p:cNvSpPr/>
          <p:nvPr/>
        </p:nvSpPr>
        <p:spPr>
          <a:xfrm>
            <a:off x="914400" y="1365410"/>
            <a:ext cx="762000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ID: Identifies the authenticated user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Role: Determines access level (Admin/User/Guest)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Token: JWT for session verification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Permissions: Device access rights based on user role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881792"/>
            <a:ext cx="8083296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Connectivity with Module 2: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914400" y="3073719"/>
            <a:ext cx="7620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receives User ID and Role from Module 1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validates token for every device operation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ensures users can only manage assigned devices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84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36033" y="1885950"/>
            <a:ext cx="18719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434679" y="2526032"/>
            <a:ext cx="227464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Infosys Springboard Program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528798" y="3070859"/>
            <a:ext cx="2086404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FF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Home Management System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2025-12-27T09:26:26Z</dcterms:created>
  <dcterms:modified xsi:type="dcterms:W3CDTF">2025-12-27T09:26:26Z</dcterms:modified>
</cp:coreProperties>
</file>