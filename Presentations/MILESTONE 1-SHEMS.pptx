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3144" y="1605915"/>
            <a:ext cx="445759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Energy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252424" y="2306955"/>
            <a:ext cx="463915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595260" y="3084195"/>
            <a:ext cx="39534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Authentication &amp; Role Management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536085" y="3350895"/>
            <a:ext cx="207183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Infosys Springboard Internship 6.0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"Smart Home Energy Management"?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Connected devices that can be controlled remotely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Management: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Monitoring and controlling electricity usage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Integrated software solution for automation &amp; insights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 electricity bills while maintaining comfort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 (Before)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control of all appliances (AC, lights, fans)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 into electricity consumption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get bills without understanding where energy is wasted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automation - user must manually turn devices ON/OFF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identify peak usage times or high-consuming devices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System - 6 Key Modules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Authentication: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Secure login with role-based access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Device Management: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Control smart devices (ON/OFF/settings)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Energy Tracking: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Real-time consumption per device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Analytics Dashboard: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Visual reports &amp; patterns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Scheduling &amp; Automation: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Auto-control at set times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Recommendations: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AI-powered energy-saving tips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27660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5227320"/>
            <a:ext cx="7924800" cy="1722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Configuration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163068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Angular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Dashboard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8140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14400" y="4053841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Spring Boot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5532120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14400" y="6004561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MySQL/PostgreSQL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</a:t>
            </a:r>
            <a:endParaRPr lang="en-US" sz="1200" dirty="0"/>
          </a:p>
          <a:p>
            <a:pPr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Logs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Authentication &amp; Role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Secure user login &amp; role-based access control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Activities: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username and password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 passwords for security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authentication tokens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 (Admin/User/Manager)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Allow logout and session termination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Classes &amp; Usage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User (Model):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Stores user data (userId, username, password, role)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AuthController: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Receives login/register requests from UI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AuthService: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Contains business logic (validation, encryption, token)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UserRepository: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Handles database operations (save, find, update users)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173480"/>
            <a:ext cx="7924800" cy="1505426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755106"/>
            <a:ext cx="7924800" cy="1263134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094443"/>
            <a:ext cx="7924800" cy="1448991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619634"/>
            <a:ext cx="7924800" cy="1263134"/>
          </a:xfrm>
          <a:prstGeom prst="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  <a:effectLst>
            <a:outerShdw sx="100000" sy="100000" kx="0" ky="0" algn="bl" rotWithShape="0" blurRad="76200" dist="38100" dir="5400000">
              <a:srgbClr val="000000">
                <a:alpha val="3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1: Class Diagram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46760" y="1310641"/>
            <a:ext cx="7803490" cy="17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(Model)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746760" y="1545313"/>
            <a:ext cx="780349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Properties: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899160" y="1757125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userId, username, password, role, name, address</a:t>
            </a:r>
            <a:endParaRPr lang="en-US" sz="960" dirty="0"/>
          </a:p>
        </p:txBody>
      </p:sp>
      <p:sp>
        <p:nvSpPr>
          <p:cNvPr id="10" name="Text 8"/>
          <p:cNvSpPr/>
          <p:nvPr/>
        </p:nvSpPr>
        <p:spPr>
          <a:xfrm>
            <a:off x="746760" y="1973461"/>
            <a:ext cx="780349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899160" y="2185276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updateProfile()</a:t>
            </a:r>
            <a:endParaRPr lang="en-US" sz="960" dirty="0"/>
          </a:p>
        </p:txBody>
      </p:sp>
      <p:sp>
        <p:nvSpPr>
          <p:cNvPr id="12" name="Text 10"/>
          <p:cNvSpPr/>
          <p:nvPr/>
        </p:nvSpPr>
        <p:spPr>
          <a:xfrm>
            <a:off x="899160" y="2371130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getRole()</a:t>
            </a:r>
            <a:endParaRPr lang="en-US" sz="960" dirty="0"/>
          </a:p>
        </p:txBody>
      </p:sp>
      <p:sp>
        <p:nvSpPr>
          <p:cNvPr id="13" name="Text 11"/>
          <p:cNvSpPr/>
          <p:nvPr/>
        </p:nvSpPr>
        <p:spPr>
          <a:xfrm>
            <a:off x="746760" y="2892265"/>
            <a:ext cx="7803490" cy="17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 (Presentation)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746760" y="3126939"/>
            <a:ext cx="780349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99160" y="3338750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login(username, password)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899160" y="3524608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logout()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899160" y="3710467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register(User)</a:t>
            </a:r>
            <a:endParaRPr lang="en-US" sz="960" dirty="0"/>
          </a:p>
        </p:txBody>
      </p:sp>
      <p:sp>
        <p:nvSpPr>
          <p:cNvPr id="18" name="Text 16"/>
          <p:cNvSpPr/>
          <p:nvPr/>
        </p:nvSpPr>
        <p:spPr>
          <a:xfrm>
            <a:off x="746760" y="4231602"/>
            <a:ext cx="7803490" cy="17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AUTHSERVICE (Business Logic)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746760" y="4466272"/>
            <a:ext cx="780349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899160" y="4678087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validateLogin(): boolean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899160" y="4863940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encryptPassword(): String</a:t>
            </a:r>
            <a:endParaRPr lang="en-US" sz="960" dirty="0"/>
          </a:p>
        </p:txBody>
      </p:sp>
      <p:sp>
        <p:nvSpPr>
          <p:cNvPr id="22" name="Text 20"/>
          <p:cNvSpPr/>
          <p:nvPr/>
        </p:nvSpPr>
        <p:spPr>
          <a:xfrm>
            <a:off x="899160" y="5049799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generateToken(): String</a:t>
            </a:r>
            <a:endParaRPr lang="en-US" sz="960" dirty="0"/>
          </a:p>
        </p:txBody>
      </p:sp>
      <p:sp>
        <p:nvSpPr>
          <p:cNvPr id="23" name="Text 21"/>
          <p:cNvSpPr/>
          <p:nvPr/>
        </p:nvSpPr>
        <p:spPr>
          <a:xfrm>
            <a:off x="899160" y="5235657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validateToken(): boolean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746760" y="5756793"/>
            <a:ext cx="7803490" cy="17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USERREPOSITORY (Database Access)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746760" y="5991462"/>
            <a:ext cx="7803490" cy="181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8"/>
              </a:lnSpc>
              <a:buNone/>
            </a:pPr>
            <a:r>
              <a:rPr lang="en-US" sz="102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Methods: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899160" y="6203277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findUserByUsername(): User</a:t>
            </a:r>
            <a:endParaRPr lang="en-US" sz="960" dirty="0"/>
          </a:p>
        </p:txBody>
      </p:sp>
      <p:sp>
        <p:nvSpPr>
          <p:cNvPr id="27" name="Text 25"/>
          <p:cNvSpPr/>
          <p:nvPr/>
        </p:nvSpPr>
        <p:spPr>
          <a:xfrm>
            <a:off x="899160" y="6389131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saveUser(User)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899160" y="6574989"/>
            <a:ext cx="7648042" cy="170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updateUser(User)</a:t>
            </a:r>
            <a:endParaRPr lang="en-US" sz="960" dirty="0"/>
          </a:p>
        </p:txBody>
      </p:sp>
      <p:sp>
        <p:nvSpPr>
          <p:cNvPr id="29" name="Text 27"/>
          <p:cNvSpPr/>
          <p:nvPr/>
        </p:nvSpPr>
        <p:spPr>
          <a:xfrm>
            <a:off x="609600" y="7035166"/>
            <a:ext cx="7924800" cy="341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44"/>
              </a:lnSpc>
              <a:buNone/>
            </a:pPr>
            <a:r>
              <a:rPr lang="en-US" sz="96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Relationships:</a:t>
            </a:r>
            <a:pPr algn="ctr" indent="0" marL="0">
              <a:lnSpc>
                <a:spcPts val="1344"/>
              </a:lnSpc>
              <a:buNone/>
            </a:pPr>
            <a:endParaRPr lang="en-US" sz="960" dirty="0"/>
          </a:p>
          <a:p>
            <a:pPr algn="ctr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AuthController → AuthService → UserRepository → User</a:t>
            </a:r>
            <a:endParaRPr lang="en-US" sz="9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392811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9: Database Schema - Module 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82"/>
            <a:ext cx="7461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TABLE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19200" y="2026923"/>
            <a:ext cx="7010400" cy="2846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BIGINT (Primary Key, Auto Increment)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username: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VARCHAR(50) - Unique,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VARCHAR(100) - Unique,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VARCHAR(255) - Encrypted, Required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VARCHAR(30) - ADMIN/USER/MANAGER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is_active: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BOOLEAN (Default: TRUE)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created_at:</a:t>
            </a:r>
            <a:pPr indent="0" marL="0">
              <a:lnSpc>
                <a:spcPts val="243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TIMESTAMP (Auto Generated)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296829"/>
          </a:xfrm>
          <a:prstGeom prst="rect">
            <a:avLst/>
          </a:prstGeom>
          <a:solidFill>
            <a:srgbClr val="38BDF8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698910"/>
            <a:ext cx="7924800" cy="1296829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4148137"/>
            <a:ext cx="7924800" cy="1296829"/>
          </a:xfrm>
          <a:prstGeom prst="rect">
            <a:avLst/>
          </a:prstGeom>
          <a:solidFill>
            <a:srgbClr val="22D3EE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597365"/>
            <a:ext cx="7924800" cy="1296829"/>
          </a:xfrm>
          <a:prstGeom prst="rect">
            <a:avLst/>
          </a:prstGeom>
          <a:solidFill>
            <a:srgbClr val="06B6D4"/>
          </a:solidFill>
          <a:ln/>
          <a:effectLst>
            <a:outerShdw sx="100000" sy="100000" kx="0" ky="0" algn="bl" rotWithShape="0" blurRad="152400" dist="76200" dir="540000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Architecture Overview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282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8200" y="1912623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Controllers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 requests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38200" y="2927510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38200" y="3361851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logic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4376738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38200" y="4811078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access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 ops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838200" y="5825965"/>
            <a:ext cx="7616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38200" y="6260306"/>
            <a:ext cx="7467600" cy="4052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entities</a:t>
            </a:r>
            <a:endParaRPr lang="en-US" sz="1140" dirty="0"/>
          </a:p>
          <a:p>
            <a:pPr indent="0" marL="0">
              <a:lnSpc>
                <a:spcPts val="1596"/>
              </a:lnSpc>
              <a:buNone/>
            </a:pPr>
            <a:r>
              <a:rPr lang="en-US" sz="114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electricity bills through AI recommendations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 ensures user awareness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saves time and manual effort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architecture for multiple users &amp; devices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experience with enterprise technologies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36033" y="2025016"/>
            <a:ext cx="18719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746823" y="2665098"/>
            <a:ext cx="3650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 Energy Management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227950" y="2931798"/>
            <a:ext cx="688100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2025-12-10T14:54:58Z</dcterms:created>
  <dcterms:modified xsi:type="dcterms:W3CDTF">2025-12-10T14:54:58Z</dcterms:modified>
</cp:coreProperties>
</file>