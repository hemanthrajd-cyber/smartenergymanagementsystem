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5959" y="1289685"/>
            <a:ext cx="55720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672530" y="2127885"/>
            <a:ext cx="5798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999457" y="3042285"/>
            <a:ext cx="5145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System Design &amp; Implementation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47118" y="3667125"/>
            <a:ext cx="244976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Energy Tracking &amp; Automation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- Core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&amp; Role Management - Admin and User roles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Device Management - Add, update, delete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Energy Tracking - Live usage per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Scheduling - Time-based and condition-based rules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Notifications - High usage, device failure alerts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Reports - Consumption trends with charts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Capabilities - Generate PDF/CSV reports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Automation - Schedule-based and threshold-based alerts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- Layered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- Handles UI/API requests and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- Manages Login, Device control, Energy calculations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 - Performs CRUD operations with MySQL/PostgreSQL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- Defines User, Device, UsageLog, Schedule entities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Authentication &amp; Role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Establish a secure entry point for the application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via User Repository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Implementation with Auth Controller &amp; Service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Logic with password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Development for Login/Register endpoints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Classes &amp; Responsibilities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(Data Class)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userId, name, email, username, password, role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signup(), signin(), forgotPassword()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signup(userDetails), signin(loginDetails)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UserRepository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saveUser(), findUser()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Real-Time Energy Tracking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electricity usage per device and provides real-time consumption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and stores energy usage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historical usage logs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real-time usage reports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 data to analytics module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Tracking - Class Diagram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UsageLogs (Base Class)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logId, deviceId, usagekw, logTime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EnergyTrackingService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recordUsage(), reports()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EnergyTrackingController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usage(), liveData()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UsageRepository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save(UsageLog), findByDevice()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Workflow - Application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Application → Login (Authentication)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Credentials → Proceed to Dashboard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Options: Add Devices, View Devices, Monitor Energy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Live Energy Usage per Device → User Logs Out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&amp; Analytics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with Advanced Analytics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EnergyUsage class with powerConsumed and timestamp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Logic: getTotalConsumption() stream mapping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consumption tracking and historical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capabilities (PDF/CSV) with trend visualization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 enables scalable and maintainable design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Authentication provides secure access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Energy Tracking delivers actionable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Scheduling reduces manual intervention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Analytics support informed decision-making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Reporting enables consumption optimization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 allows easy integration of new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energy management through intelligent automation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567816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884" y="2345057"/>
            <a:ext cx="43802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45923" y="2817498"/>
            <a:ext cx="205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25155" y="3388998"/>
            <a:ext cx="209369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project@smartenergy.dev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2026-01-06T12:22:46Z</dcterms:created>
  <dcterms:modified xsi:type="dcterms:W3CDTF">2026-01-06T12:22:46Z</dcterms:modified>
</cp:coreProperties>
</file>