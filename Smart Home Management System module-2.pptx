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4046" y="1855470"/>
            <a:ext cx="75157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Management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794274" y="2556510"/>
            <a:ext cx="155545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68842" y="3101340"/>
            <a:ext cx="1406197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&amp; 2 Overview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Smart Device Management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24000"/>
            <a:ext cx="7620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all smart home devices and IoT systems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users to control devices (ON/OFF) with real-time updates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device status and operational history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data security and user authorization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seamless integration with authentication system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Core Activities &amp; Functionalities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Device: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Register new smart devices to the system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Device: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Modify device properties and configuration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Device: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 devices from the system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Device Details: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Retrieve device information and status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Device: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Turn devices ON/OFF and manage operations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Device Status: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Real-time monitoring of device states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Classes in Module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Device Class: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Entity that represents a smart device with properties (ID, name, type, status, power rating, location)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DeviceController: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Handles HTTP requests from users and routes them to the service layer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DeviceService: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Contains business logic, validation, and device status management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DeviceRepository: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Manages database operations (CRUD operations) for device records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Diagram: Module 2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┌──────────────────┐ ┌──────────────────┐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133350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Device │ │ DeviceController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149352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├──────────────────┤ ├──────────────────┤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1653541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- deviceId: int │ │ + addDevice() 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600" y="1813561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- name: String │ │ + updateDevice() 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197358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- type: String │ │ + deleteDevice() │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9600" y="213360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- status: bool │ │ + getDetails() 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9600" y="229362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- powerRating │ │ + updateStatus() 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" y="2453641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- location │ └──────────────────┘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" y="2613661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├──────────────────┤ △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600" y="277368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+ getInfo() │ │ uses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9600" y="293370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+ updateInfo() │ 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9600" y="309372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└──────────────────┘ ┌──────────────────┐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9600" y="3253741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 │ DeviceService 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9600" y="3413761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uses ├──────────────────┤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9600" y="357378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└────────────────────│ + updateStatus() 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600" y="373380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+ addDevice() 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9600" y="389382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+ validate() 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9600" y="4053841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└──────────────────┘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9600" y="4213861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9600" y="437388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uses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9600" y="453390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┌──────────────────┐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9600" y="469392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DeviceRepository 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9600" y="4853941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├──────────────────┤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9600" y="5013961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+ saveDevice() 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9600" y="517398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+ findDevice() 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9600" y="533400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+ deleteDevice() │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9600" y="549402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└──────────────────┘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Configuration &amp; Technology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366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Java 17, Spring Boot 3.0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HTML5, CSS3, JavaScript/Bootstrap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MySQL 8.0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Apache Tomcat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JWT Authentication, Spring Security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Maven, Git, Postman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4-Layer Architecture (MVC + Service Layer)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4 - Layer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 Architecture Used: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44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 (Controller)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Handles users requests and responses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 (Business Logic)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Contains business rules and validations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Layer (Data Access)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Interacts with database using queries (CRUD)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Layer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Stores users, devices and mapping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Schema: Device Table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0"/>
            <a:ext cx="8083296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endParaRPr lang="en-US" sz="960" dirty="0"/>
          </a:p>
        </p:txBody>
      </p:sp>
      <p:sp>
        <p:nvSpPr>
          <p:cNvPr id="4" name="Text 2"/>
          <p:cNvSpPr/>
          <p:nvPr/>
        </p:nvSpPr>
        <p:spPr>
          <a:xfrm>
            <a:off x="609600" y="1420297"/>
            <a:ext cx="79248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 devices (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device_id INT PRIMARY KEY AUTO_INCREMENT,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device_name VARCHAR(100) NOT NULL,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device_type VARCHAR(50) NOT NULL,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BOOLEAN DEFAULT false,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power_rating FLOAT NOT NULL,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VARCHAR(100),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 INT NOT NULL,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 (user_id) REFERENCES users(user_id)</a:t>
            </a:r>
            <a:endParaRPr lang="en-US" sz="900" dirty="0"/>
          </a:p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2982399"/>
            <a:ext cx="8083296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Fields: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914400" y="3153012"/>
            <a:ext cx="762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device_id: Unique identifier | device_name: Name of device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device_type: Category (Light, Fan, AC) | status: ON/OFF state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power_rating: Power consumption | user_id: Device owner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Diagram: Device Operation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DeviceController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Request to control device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609600" y="1456851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DeviceController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Verify user session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609600" y="1664019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DeviceController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Session valid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609600" y="1871188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DeviceController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DeviceService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Request device update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09600" y="2078357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DeviceService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(Entity)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Update device status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609600" y="2285526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DeviceService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DeviceRepository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Save to database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09600" y="2492694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DeviceRepository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Execute update query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09600" y="2699863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DeviceRepository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Confirm update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09600" y="2907032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DeviceRepository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DeviceService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Device saved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609600" y="3114201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DeviceService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DeviceController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Operation success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09600" y="3321369"/>
            <a:ext cx="80832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DeviceController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Return success response with updated status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Diagram: Device Management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960" dirty="0"/>
          </a:p>
        </p:txBody>
      </p:sp>
      <p:sp>
        <p:nvSpPr>
          <p:cNvPr id="4" name="Text 2"/>
          <p:cNvSpPr/>
          <p:nvPr/>
        </p:nvSpPr>
        <p:spPr>
          <a:xfrm>
            <a:off x="609600" y="1432559"/>
            <a:ext cx="8083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[User Login]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609600" y="1615441"/>
            <a:ext cx="8083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&lt;Authentication Module&gt;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762000" y="1798323"/>
            <a:ext cx="7927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 Verify credentials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762000" y="1981200"/>
            <a:ext cx="7927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 Check authorization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762000" y="2164082"/>
            <a:ext cx="7927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 Generate JWT Token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609600" y="2346959"/>
            <a:ext cx="8083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[Session Created] ↓ [Select Operation]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762000" y="2529841"/>
            <a:ext cx="7927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DEVICE</a:t>
            </a:r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DEVICE</a:t>
            </a:r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DEVICE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762000" y="2712723"/>
            <a:ext cx="7927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DEVICE</a:t>
            </a:r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DETAILS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609600" y="2895600"/>
            <a:ext cx="8083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[Operation Complete] ↓ [Return Response]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609600" y="3078482"/>
            <a:ext cx="8083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ensures that only authenticated and authorized users can manage devices.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61544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Shared Between Modules: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 (Admin / User / Guest)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Status (Session / Token)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313563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348991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Full access to all devices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Access to assigned devices only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Limited or temporary access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User Authentication &amp; Access Control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2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914400" y="1365410"/>
            <a:ext cx="76200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system security and data protection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user identity before granting access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who can access what resources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user sessions and permissions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881792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Functionalities: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914400" y="3073719"/>
            <a:ext cx="762000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Registration: Create new user accounts with validation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Login &amp; Logout: Secure authentication mechanism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Validation: Strength and encryption standards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(RBAC): Admin, User, Guest roles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 Generation: Stateless authentication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Management: Active session tracking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&amp; 2 Integration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2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Passed to Module 2: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914400" y="1365410"/>
            <a:ext cx="76200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ID: Identifies the authenticated user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Role: Determines access level (Admin/User/Guest)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Token: JWT for session verification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Permissions: Device access rights based on user role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881792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with Module 2: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914400" y="3073719"/>
            <a:ext cx="762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receives User ID and Role from Module 1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validates token for every device operation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64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ensures users can only manage assigned devices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6033" y="1885950"/>
            <a:ext cx="1871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434679" y="2526032"/>
            <a:ext cx="227464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 Program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528798" y="3070859"/>
            <a:ext cx="208640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Management System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2025-12-27T07:40:11Z</dcterms:created>
  <dcterms:modified xsi:type="dcterms:W3CDTF">2025-12-27T07:40:11Z</dcterms:modified>
</cp:coreProperties>
</file>